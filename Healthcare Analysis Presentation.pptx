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338" r:id="rId2"/>
    <p:sldId id="327" r:id="rId3"/>
    <p:sldId id="315" r:id="rId4"/>
    <p:sldId id="329" r:id="rId5"/>
    <p:sldId id="302" r:id="rId6"/>
    <p:sldId id="339" r:id="rId7"/>
    <p:sldId id="340" r:id="rId8"/>
    <p:sldId id="341" r:id="rId9"/>
    <p:sldId id="342" r:id="rId10"/>
    <p:sldId id="343" r:id="rId11"/>
    <p:sldId id="344" r:id="rId12"/>
    <p:sldId id="30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BC9134-7DEE-4BD8-AF50-72CF73A75E1E}" v="22" dt="2026-10-23T14:45:09.7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thak Tomar" userId="02dfccc1a59bdfa9" providerId="LiveId" clId="{0526CA8B-C4E2-4A37-B46F-ADF349E61E36}"/>
    <pc:docChg chg="addSld delSld modSld">
      <pc:chgData name="Sarthak Tomar" userId="02dfccc1a59bdfa9" providerId="LiveId" clId="{0526CA8B-C4E2-4A37-B46F-ADF349E61E36}" dt="2026-10-23T14:45:09.781" v="21"/>
      <pc:docMkLst>
        <pc:docMk/>
      </pc:docMkLst>
      <pc:sldChg chg="add">
        <pc:chgData name="Sarthak Tomar" userId="02dfccc1a59bdfa9" providerId="LiveId" clId="{0526CA8B-C4E2-4A37-B46F-ADF349E61E36}" dt="2026-10-23T14:45:02.468" v="14"/>
        <pc:sldMkLst>
          <pc:docMk/>
          <pc:sldMk cId="3815633315" sldId="302"/>
        </pc:sldMkLst>
      </pc:sldChg>
      <pc:sldChg chg="add">
        <pc:chgData name="Sarthak Tomar" userId="02dfccc1a59bdfa9" providerId="LiveId" clId="{0526CA8B-C4E2-4A37-B46F-ADF349E61E36}" dt="2026-10-23T14:45:09.781" v="21"/>
        <pc:sldMkLst>
          <pc:docMk/>
          <pc:sldMk cId="701572170" sldId="304"/>
        </pc:sldMkLst>
      </pc:sldChg>
      <pc:sldChg chg="add del setBg">
        <pc:chgData name="Sarthak Tomar" userId="02dfccc1a59bdfa9" providerId="LiveId" clId="{0526CA8B-C4E2-4A37-B46F-ADF349E61E36}" dt="2026-10-23T14:44:46.414" v="5"/>
        <pc:sldMkLst>
          <pc:docMk/>
          <pc:sldMk cId="163498314" sldId="315"/>
        </pc:sldMkLst>
      </pc:sldChg>
      <pc:sldChg chg="add">
        <pc:chgData name="Sarthak Tomar" userId="02dfccc1a59bdfa9" providerId="LiveId" clId="{0526CA8B-C4E2-4A37-B46F-ADF349E61E36}" dt="2026-10-23T14:45:00.931" v="12"/>
        <pc:sldMkLst>
          <pc:docMk/>
          <pc:sldMk cId="248693397" sldId="315"/>
        </pc:sldMkLst>
      </pc:sldChg>
      <pc:sldChg chg="add">
        <pc:chgData name="Sarthak Tomar" userId="02dfccc1a59bdfa9" providerId="LiveId" clId="{0526CA8B-C4E2-4A37-B46F-ADF349E61E36}" dt="2026-10-23T14:45:00.266" v="11"/>
        <pc:sldMkLst>
          <pc:docMk/>
          <pc:sldMk cId="2654313329" sldId="327"/>
        </pc:sldMkLst>
      </pc:sldChg>
      <pc:sldChg chg="modSp add del">
        <pc:chgData name="Sarthak Tomar" userId="02dfccc1a59bdfa9" providerId="LiveId" clId="{0526CA8B-C4E2-4A37-B46F-ADF349E61E36}" dt="2026-10-23T14:44:46.746" v="6"/>
        <pc:sldMkLst>
          <pc:docMk/>
          <pc:sldMk cId="3292466144" sldId="327"/>
        </pc:sldMkLst>
        <pc:spChg chg="mod">
          <ac:chgData name="Sarthak Tomar" userId="02dfccc1a59bdfa9" providerId="LiveId" clId="{0526CA8B-C4E2-4A37-B46F-ADF349E61E36}" dt="2026-10-23T14:44:46.746" v="6"/>
          <ac:spMkLst>
            <pc:docMk/>
            <pc:sldMk cId="3292466144" sldId="327"/>
            <ac:spMk id="2" creationId="{E46E4DD1-270B-4C80-AFF0-EB26F132AF36}"/>
          </ac:spMkLst>
        </pc:spChg>
        <pc:spChg chg="mod">
          <ac:chgData name="Sarthak Tomar" userId="02dfccc1a59bdfa9" providerId="LiveId" clId="{0526CA8B-C4E2-4A37-B46F-ADF349E61E36}" dt="2026-10-23T14:44:46.746" v="6"/>
          <ac:spMkLst>
            <pc:docMk/>
            <pc:sldMk cId="3292466144" sldId="327"/>
            <ac:spMk id="4" creationId="{777CC02B-F7C6-47A8-8C3E-C57C417D9EA3}"/>
          </ac:spMkLst>
        </pc:spChg>
      </pc:sldChg>
      <pc:sldChg chg="modSp add del">
        <pc:chgData name="Sarthak Tomar" userId="02dfccc1a59bdfa9" providerId="LiveId" clId="{0526CA8B-C4E2-4A37-B46F-ADF349E61E36}" dt="2026-10-23T14:44:46.088" v="4"/>
        <pc:sldMkLst>
          <pc:docMk/>
          <pc:sldMk cId="581996183" sldId="329"/>
        </pc:sldMkLst>
        <pc:spChg chg="mod">
          <ac:chgData name="Sarthak Tomar" userId="02dfccc1a59bdfa9" providerId="LiveId" clId="{0526CA8B-C4E2-4A37-B46F-ADF349E61E36}" dt="2026-10-23T14:44:46.088" v="4"/>
          <ac:spMkLst>
            <pc:docMk/>
            <pc:sldMk cId="581996183" sldId="329"/>
            <ac:spMk id="2" creationId="{664E3B60-2780-459A-8583-F095D5E7463A}"/>
          </ac:spMkLst>
        </pc:spChg>
      </pc:sldChg>
      <pc:sldChg chg="add">
        <pc:chgData name="Sarthak Tomar" userId="02dfccc1a59bdfa9" providerId="LiveId" clId="{0526CA8B-C4E2-4A37-B46F-ADF349E61E36}" dt="2026-10-23T14:45:01.751" v="13"/>
        <pc:sldMkLst>
          <pc:docMk/>
          <pc:sldMk cId="3259695753" sldId="329"/>
        </pc:sldMkLst>
      </pc:sldChg>
      <pc:sldChg chg="add del">
        <pc:chgData name="Sarthak Tomar" userId="02dfccc1a59bdfa9" providerId="LiveId" clId="{0526CA8B-C4E2-4A37-B46F-ADF349E61E36}" dt="2026-10-23T14:44:47.082" v="7"/>
        <pc:sldMkLst>
          <pc:docMk/>
          <pc:sldMk cId="176097745" sldId="338"/>
        </pc:sldMkLst>
      </pc:sldChg>
      <pc:sldChg chg="add">
        <pc:chgData name="Sarthak Tomar" userId="02dfccc1a59bdfa9" providerId="LiveId" clId="{0526CA8B-C4E2-4A37-B46F-ADF349E61E36}" dt="2026-10-23T14:44:56.295" v="8"/>
        <pc:sldMkLst>
          <pc:docMk/>
          <pc:sldMk cId="3036335873" sldId="338"/>
        </pc:sldMkLst>
      </pc:sldChg>
      <pc:sldChg chg="add">
        <pc:chgData name="Sarthak Tomar" userId="02dfccc1a59bdfa9" providerId="LiveId" clId="{0526CA8B-C4E2-4A37-B46F-ADF349E61E36}" dt="2026-10-23T14:45:03.746" v="15"/>
        <pc:sldMkLst>
          <pc:docMk/>
          <pc:sldMk cId="2213926511" sldId="339"/>
        </pc:sldMkLst>
      </pc:sldChg>
      <pc:sldChg chg="add del">
        <pc:chgData name="Sarthak Tomar" userId="02dfccc1a59bdfa9" providerId="LiveId" clId="{0526CA8B-C4E2-4A37-B46F-ADF349E61E36}" dt="2026-10-23T14:44:59.010" v="10"/>
        <pc:sldMkLst>
          <pc:docMk/>
          <pc:sldMk cId="2547020085" sldId="339"/>
        </pc:sldMkLst>
      </pc:sldChg>
      <pc:sldChg chg="add">
        <pc:chgData name="Sarthak Tomar" userId="02dfccc1a59bdfa9" providerId="LiveId" clId="{0526CA8B-C4E2-4A37-B46F-ADF349E61E36}" dt="2026-10-23T14:45:04.492" v="16"/>
        <pc:sldMkLst>
          <pc:docMk/>
          <pc:sldMk cId="2873165628" sldId="340"/>
        </pc:sldMkLst>
      </pc:sldChg>
      <pc:sldChg chg="add">
        <pc:chgData name="Sarthak Tomar" userId="02dfccc1a59bdfa9" providerId="LiveId" clId="{0526CA8B-C4E2-4A37-B46F-ADF349E61E36}" dt="2026-10-23T14:45:06.292" v="17"/>
        <pc:sldMkLst>
          <pc:docMk/>
          <pc:sldMk cId="4176528871" sldId="341"/>
        </pc:sldMkLst>
      </pc:sldChg>
      <pc:sldChg chg="add">
        <pc:chgData name="Sarthak Tomar" userId="02dfccc1a59bdfa9" providerId="LiveId" clId="{0526CA8B-C4E2-4A37-B46F-ADF349E61E36}" dt="2026-10-23T14:45:07.159" v="18"/>
        <pc:sldMkLst>
          <pc:docMk/>
          <pc:sldMk cId="722058662" sldId="342"/>
        </pc:sldMkLst>
      </pc:sldChg>
      <pc:sldChg chg="add">
        <pc:chgData name="Sarthak Tomar" userId="02dfccc1a59bdfa9" providerId="LiveId" clId="{0526CA8B-C4E2-4A37-B46F-ADF349E61E36}" dt="2026-10-23T14:45:08.010" v="19"/>
        <pc:sldMkLst>
          <pc:docMk/>
          <pc:sldMk cId="2469557502" sldId="343"/>
        </pc:sldMkLst>
      </pc:sldChg>
      <pc:sldChg chg="add">
        <pc:chgData name="Sarthak Tomar" userId="02dfccc1a59bdfa9" providerId="LiveId" clId="{0526CA8B-C4E2-4A37-B46F-ADF349E61E36}" dt="2026-10-23T14:45:08.846" v="20"/>
        <pc:sldMkLst>
          <pc:docMk/>
          <pc:sldMk cId="1400570137" sldId="34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3ADCDD-824D-4269-8613-B24A1ADA90EB}"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B211F1-D61D-426F-BD9E-1744823F27A0}" type="slidenum">
              <a:rPr lang="en-IN" smtClean="0"/>
              <a:t>‹#›</a:t>
            </a:fld>
            <a:endParaRPr lang="en-IN"/>
          </a:p>
        </p:txBody>
      </p:sp>
    </p:spTree>
    <p:extLst>
      <p:ext uri="{BB962C8B-B14F-4D97-AF65-F5344CB8AC3E}">
        <p14:creationId xmlns:p14="http://schemas.microsoft.com/office/powerpoint/2010/main" val="620909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530193B-564F-4854-8A52-728F3FB19C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5660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276149778"/>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887716186"/>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54763042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24075548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41485955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7.tmp"/></Relationships>
</file>

<file path=ppt/slides/_rels/slide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9.tmp"/></Relationships>
</file>

<file path=ppt/slides/_rels/slide8.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11.tmp"/></Relationships>
</file>

<file path=ppt/slides/_rels/slide9.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13.tmp"/></Relationships>
</file>

<file path=ppt/slides/_rels/slide10.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jfif"/><Relationship Id="rId1" Type="http://schemas.openxmlformats.org/officeDocument/2006/relationships/slideLayout" Target="../slideLayouts/slideLayout2.xml"/><Relationship Id="rId6" Type="http://schemas.openxmlformats.org/officeDocument/2006/relationships/image" Target="../media/image17.tmp"/><Relationship Id="rId5" Type="http://schemas.openxmlformats.org/officeDocument/2006/relationships/image" Target="../media/image16.tmp"/><Relationship Id="rId4" Type="http://schemas.openxmlformats.org/officeDocument/2006/relationships/image" Target="../media/image15.tmp"/></Relationships>
</file>

<file path=ppt/slides/_rels/slide11.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jfif"/><Relationship Id="rId1" Type="http://schemas.openxmlformats.org/officeDocument/2006/relationships/slideLayout" Target="../slideLayouts/slideLayout2.xml"/><Relationship Id="rId5" Type="http://schemas.openxmlformats.org/officeDocument/2006/relationships/image" Target="../media/image20.tmp"/><Relationship Id="rId4" Type="http://schemas.openxmlformats.org/officeDocument/2006/relationships/image" Target="../media/image19.tmp"/></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1" name="Text Placeholder 1">
            <a:extLst>
              <a:ext uri="{FF2B5EF4-FFF2-40B4-BE49-F238E27FC236}">
                <a16:creationId xmlns:a16="http://schemas.microsoft.com/office/drawing/2014/main" id="{A48FA0FC-0848-95DE-DCA0-BAB2F70B92CD}"/>
              </a:ext>
            </a:extLst>
          </p:cNvPr>
          <p:cNvSpPr>
            <a:spLocks noGrp="1"/>
          </p:cNvSpPr>
          <p:nvPr>
            <p:ph type="body" sz="quarter" idx="11"/>
          </p:nvPr>
        </p:nvSpPr>
        <p:spPr>
          <a:xfrm>
            <a:off x="734787" y="3521161"/>
            <a:ext cx="5056414" cy="861497"/>
          </a:xfrm>
        </p:spPr>
        <p:txBody>
          <a:bodyPr vert="horz" lIns="91440" tIns="45720" rIns="91440" bIns="45720" rtlCol="0" anchor="t">
            <a:normAutofit/>
          </a:bodyPr>
          <a:lstStyle/>
          <a:p>
            <a:r>
              <a:rPr lang="en-US" b="0" dirty="0">
                <a:solidFill>
                  <a:schemeClr val="tx1"/>
                </a:solidFill>
              </a:rPr>
              <a:t>[Sarthak Singh Tomar </a:t>
            </a:r>
            <a:endParaRPr lang="en-IN" b="0" dirty="0">
              <a:solidFill>
                <a:schemeClr val="tx1"/>
              </a:solidFill>
            </a:endParaRPr>
          </a:p>
          <a:p>
            <a:r>
              <a:rPr lang="en-US" b="0" dirty="0">
                <a:solidFill>
                  <a:schemeClr val="tx1"/>
                </a:solidFill>
              </a:rPr>
              <a:t>Madhav Institute of Technology &amp; Science]</a:t>
            </a:r>
            <a:endParaRPr lang="en-IN" b="0" dirty="0">
              <a:solidFill>
                <a:schemeClr val="tx1"/>
              </a:solidFill>
            </a:endParaRPr>
          </a:p>
        </p:txBody>
      </p:sp>
      <p:sp>
        <p:nvSpPr>
          <p:cNvPr id="12" name="Title 3">
            <a:extLst>
              <a:ext uri="{FF2B5EF4-FFF2-40B4-BE49-F238E27FC236}">
                <a16:creationId xmlns:a16="http://schemas.microsoft.com/office/drawing/2014/main" id="{DA35E2C3-EF7D-0BF3-042D-8F29910AB20B}"/>
              </a:ext>
            </a:extLst>
          </p:cNvPr>
          <p:cNvSpPr>
            <a:spLocks noGrp="1"/>
          </p:cNvSpPr>
          <p:nvPr>
            <p:ph type="title"/>
          </p:nvPr>
        </p:nvSpPr>
        <p:spPr>
          <a:xfrm>
            <a:off x="678363" y="2844750"/>
            <a:ext cx="9977195" cy="743448"/>
          </a:xfrm>
        </p:spPr>
        <p:txBody>
          <a:bodyPr>
            <a:normAutofit/>
          </a:bodyPr>
          <a:lstStyle/>
          <a:p>
            <a:r>
              <a:rPr lang="en-GB" sz="3200" dirty="0"/>
              <a:t>Project Title – Healthcare Analytics for Doctor Visits</a:t>
            </a:r>
            <a:endParaRPr lang="en-IN" sz="3200" dirty="0"/>
          </a:p>
        </p:txBody>
      </p:sp>
      <p:sp>
        <p:nvSpPr>
          <p:cNvPr id="13" name="Text Placeholder 1">
            <a:extLst>
              <a:ext uri="{FF2B5EF4-FFF2-40B4-BE49-F238E27FC236}">
                <a16:creationId xmlns:a16="http://schemas.microsoft.com/office/drawing/2014/main" id="{7A8EE529-25B4-923B-5E43-A62678C68850}"/>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l"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400" b="1" i="0" u="none" strike="noStrike" kern="1200" cap="none" spc="0" normalizeH="0" baseline="0" noProof="0" dirty="0">
              <a:ln>
                <a:noFill/>
              </a:ln>
              <a:solidFill>
                <a:srgbClr val="2E946B"/>
              </a:solidFill>
              <a:effectLst/>
              <a:uLnTx/>
              <a:uFillTx/>
              <a:latin typeface="Trebuchet MS" panose="020B0603020202020204"/>
              <a:ea typeface="+mn-ea"/>
              <a:cs typeface="+mn-cs"/>
            </a:endParaRPr>
          </a:p>
        </p:txBody>
      </p:sp>
      <p:sp>
        <p:nvSpPr>
          <p:cNvPr id="14" name="TextBox 13">
            <a:extLst>
              <a:ext uri="{FF2B5EF4-FFF2-40B4-BE49-F238E27FC236}">
                <a16:creationId xmlns:a16="http://schemas.microsoft.com/office/drawing/2014/main" id="{EFD03159-4223-7217-C57C-6C1D4F61903C}"/>
              </a:ext>
            </a:extLst>
          </p:cNvPr>
          <p:cNvSpPr txBox="1"/>
          <p:nvPr/>
        </p:nvSpPr>
        <p:spPr>
          <a:xfrm>
            <a:off x="734787" y="4567138"/>
            <a:ext cx="4902218"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rebuchet MS" panose="020B0603020202020204"/>
                <a:ea typeface="+mn-ea"/>
                <a:cs typeface="+mn-cs"/>
              </a:rPr>
              <a:t>AICTE STU ID : (</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STU6a3910da1bf8f1782124762</a:t>
            </a:r>
            <a:r>
              <a:rPr kumimoji="0" lang="en-US" sz="1800" b="1" i="0" u="none" strike="noStrike" kern="1200" cap="none" spc="0" normalizeH="0" baseline="0" noProof="0" dirty="0">
                <a:ln>
                  <a:noFill/>
                </a:ln>
                <a:solidFill>
                  <a:prstClr val="black"/>
                </a:solidFill>
                <a:effectLst/>
                <a:uLnTx/>
                <a:uFillTx/>
                <a:latin typeface="Trebuchet MS" panose="020B0603020202020204"/>
                <a:ea typeface="+mn-ea"/>
                <a:cs typeface="+mn-cs"/>
              </a:rPr>
              <a:t>)</a:t>
            </a:r>
          </a:p>
        </p:txBody>
      </p:sp>
    </p:spTree>
    <p:extLst>
      <p:ext uri="{BB962C8B-B14F-4D97-AF65-F5344CB8AC3E}">
        <p14:creationId xmlns:p14="http://schemas.microsoft.com/office/powerpoint/2010/main" val="303633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80">
                                          <p:stCondLst>
                                            <p:cond delay="0"/>
                                          </p:stCondLst>
                                        </p:cTn>
                                        <p:tgtEl>
                                          <p:spTgt spid="12"/>
                                        </p:tgtEl>
                                      </p:cBhvr>
                                    </p:animEffect>
                                    <p:anim calcmode="lin" valueType="num">
                                      <p:cBhvr>
                                        <p:cTn id="8"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3" dur="26">
                                          <p:stCondLst>
                                            <p:cond delay="650"/>
                                          </p:stCondLst>
                                        </p:cTn>
                                        <p:tgtEl>
                                          <p:spTgt spid="12"/>
                                        </p:tgtEl>
                                      </p:cBhvr>
                                      <p:to x="100000" y="60000"/>
                                    </p:animScale>
                                    <p:animScale>
                                      <p:cBhvr>
                                        <p:cTn id="14" dur="166" decel="50000">
                                          <p:stCondLst>
                                            <p:cond delay="676"/>
                                          </p:stCondLst>
                                        </p:cTn>
                                        <p:tgtEl>
                                          <p:spTgt spid="12"/>
                                        </p:tgtEl>
                                      </p:cBhvr>
                                      <p:to x="100000" y="100000"/>
                                    </p:animScale>
                                    <p:animScale>
                                      <p:cBhvr>
                                        <p:cTn id="15" dur="26">
                                          <p:stCondLst>
                                            <p:cond delay="1312"/>
                                          </p:stCondLst>
                                        </p:cTn>
                                        <p:tgtEl>
                                          <p:spTgt spid="12"/>
                                        </p:tgtEl>
                                      </p:cBhvr>
                                      <p:to x="100000" y="80000"/>
                                    </p:animScale>
                                    <p:animScale>
                                      <p:cBhvr>
                                        <p:cTn id="16" dur="166" decel="50000">
                                          <p:stCondLst>
                                            <p:cond delay="1338"/>
                                          </p:stCondLst>
                                        </p:cTn>
                                        <p:tgtEl>
                                          <p:spTgt spid="12"/>
                                        </p:tgtEl>
                                      </p:cBhvr>
                                      <p:to x="100000" y="100000"/>
                                    </p:animScale>
                                    <p:animScale>
                                      <p:cBhvr>
                                        <p:cTn id="17" dur="26">
                                          <p:stCondLst>
                                            <p:cond delay="1642"/>
                                          </p:stCondLst>
                                        </p:cTn>
                                        <p:tgtEl>
                                          <p:spTgt spid="12"/>
                                        </p:tgtEl>
                                      </p:cBhvr>
                                      <p:to x="100000" y="90000"/>
                                    </p:animScale>
                                    <p:animScale>
                                      <p:cBhvr>
                                        <p:cTn id="18" dur="166" decel="50000">
                                          <p:stCondLst>
                                            <p:cond delay="1668"/>
                                          </p:stCondLst>
                                        </p:cTn>
                                        <p:tgtEl>
                                          <p:spTgt spid="12"/>
                                        </p:tgtEl>
                                      </p:cBhvr>
                                      <p:to x="100000" y="100000"/>
                                    </p:animScale>
                                    <p:animScale>
                                      <p:cBhvr>
                                        <p:cTn id="19" dur="26">
                                          <p:stCondLst>
                                            <p:cond delay="1808"/>
                                          </p:stCondLst>
                                        </p:cTn>
                                        <p:tgtEl>
                                          <p:spTgt spid="12"/>
                                        </p:tgtEl>
                                      </p:cBhvr>
                                      <p:to x="100000" y="95000"/>
                                    </p:animScale>
                                    <p:animScale>
                                      <p:cBhvr>
                                        <p:cTn id="20" dur="166" decel="50000">
                                          <p:stCondLst>
                                            <p:cond delay="1834"/>
                                          </p:stCondLst>
                                        </p:cTn>
                                        <p:tgtEl>
                                          <p:spTgt spid="1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3"/>
                                        </p:tgtEl>
                                        <p:attrNameLst>
                                          <p:attrName>style.visibility</p:attrName>
                                        </p:attrNameLst>
                                      </p:cBhvr>
                                      <p:to>
                                        <p:strVal val="visible"/>
                                      </p:to>
                                    </p:set>
                                    <p:anim calcmode="lin" valueType="num">
                                      <p:cBhvr>
                                        <p:cTn id="25" dur="500" fill="hold"/>
                                        <p:tgtEl>
                                          <p:spTgt spid="13"/>
                                        </p:tgtEl>
                                        <p:attrNameLst>
                                          <p:attrName>ppt_w</p:attrName>
                                        </p:attrNameLst>
                                      </p:cBhvr>
                                      <p:tavLst>
                                        <p:tav tm="0">
                                          <p:val>
                                            <p:fltVal val="0"/>
                                          </p:val>
                                        </p:tav>
                                        <p:tav tm="100000">
                                          <p:val>
                                            <p:strVal val="#ppt_w"/>
                                          </p:val>
                                        </p:tav>
                                      </p:tavLst>
                                    </p:anim>
                                    <p:anim calcmode="lin" valueType="num">
                                      <p:cBhvr>
                                        <p:cTn id="26" dur="500" fill="hold"/>
                                        <p:tgtEl>
                                          <p:spTgt spid="13"/>
                                        </p:tgtEl>
                                        <p:attrNameLst>
                                          <p:attrName>ppt_h</p:attrName>
                                        </p:attrNameLst>
                                      </p:cBhvr>
                                      <p:tavLst>
                                        <p:tav tm="0">
                                          <p:val>
                                            <p:fltVal val="0"/>
                                          </p:val>
                                        </p:tav>
                                        <p:tav tm="100000">
                                          <p:val>
                                            <p:strVal val="#ppt_h"/>
                                          </p:val>
                                        </p:tav>
                                      </p:tavLst>
                                    </p:anim>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32" dur="500"/>
                                        <p:tgtEl>
                                          <p:spTgt spid="1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37"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92500" lnSpcReduction="20000"/>
          </a:bodyPr>
          <a:lstStyle/>
          <a:p>
            <a:pPr algn="just">
              <a:lnSpc>
                <a:spcPct val="100000"/>
              </a:lnSpc>
            </a:pPr>
            <a:r>
              <a:rPr lang="en-IN" sz="2800" dirty="0"/>
              <a:t>The objective of this project is to </a:t>
            </a:r>
            <a:r>
              <a:rPr lang="en-IN" sz="2800" dirty="0" err="1"/>
              <a:t>analyze</a:t>
            </a:r>
            <a:r>
              <a:rPr lang="en-IN" sz="2800" dirty="0"/>
              <a:t> doctor visits using Python and data analytics techniques. It examines the relationship between doctor visits and factors such as age, gender, income, illness, health status, insurance, and chronic conditions to identify healthcare utilization patterns through statistical analysis and data visualization.</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2654313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D4F382B-68B4-E3EA-4305-92699AF91687}"/>
              </a:ext>
            </a:extLst>
          </p:cNvPr>
          <p:cNvSpPr txBox="1"/>
          <p:nvPr/>
        </p:nvSpPr>
        <p:spPr>
          <a:xfrm>
            <a:off x="675957" y="1636210"/>
            <a:ext cx="6533503" cy="4893647"/>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IN" sz="2600" b="0" i="0" u="none" strike="noStrike" kern="1200" cap="none" spc="0" normalizeH="0" baseline="0" noProof="0" dirty="0">
                <a:ln>
                  <a:noFill/>
                </a:ln>
                <a:solidFill>
                  <a:prstClr val="black"/>
                </a:solidFill>
                <a:effectLst/>
                <a:uLnTx/>
                <a:uFillTx/>
                <a:latin typeface="Trebuchet MS" panose="020B0603020202020204"/>
                <a:ea typeface="+mn-ea"/>
                <a:cs typeface="+mn-cs"/>
              </a:rPr>
              <a:t>This project focuses on </a:t>
            </a:r>
            <a:r>
              <a:rPr kumimoji="0" lang="en-IN" sz="2600" b="0" i="0" u="none" strike="noStrike" kern="1200" cap="none" spc="0" normalizeH="0" baseline="0" noProof="0" dirty="0" err="1">
                <a:ln>
                  <a:noFill/>
                </a:ln>
                <a:solidFill>
                  <a:prstClr val="black"/>
                </a:solidFill>
                <a:effectLst/>
                <a:uLnTx/>
                <a:uFillTx/>
                <a:latin typeface="Trebuchet MS" panose="020B0603020202020204"/>
                <a:ea typeface="+mn-ea"/>
                <a:cs typeface="+mn-cs"/>
              </a:rPr>
              <a:t>analyzing</a:t>
            </a:r>
            <a:r>
              <a:rPr kumimoji="0" lang="en-IN" sz="2600" b="0" i="0" u="none" strike="noStrike" kern="1200" cap="none" spc="0" normalizeH="0" baseline="0" noProof="0" dirty="0">
                <a:ln>
                  <a:noFill/>
                </a:ln>
                <a:solidFill>
                  <a:prstClr val="black"/>
                </a:solidFill>
                <a:effectLst/>
                <a:uLnTx/>
                <a:uFillTx/>
                <a:latin typeface="Trebuchet MS" panose="020B0603020202020204"/>
                <a:ea typeface="+mn-ea"/>
                <a:cs typeface="+mn-cs"/>
              </a:rPr>
              <a:t> healthcare data to understand patterns in doctor visits using Python. It uses libraries such as Pandas, NumPy, Matplotlib, and Seaborn for data cleaning, statistical analysis, and visualization. The project examines how age, gender, income, illness, health status, insurance coverage, and chronic conditions are associated with doctor visits. The results help identify healthcare utilization patterns through data-driven insights</a:t>
            </a: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a:t>
            </a:r>
          </a:p>
        </p:txBody>
      </p:sp>
    </p:spTree>
    <p:extLst>
      <p:ext uri="{BB962C8B-B14F-4D97-AF65-F5344CB8AC3E}">
        <p14:creationId xmlns:p14="http://schemas.microsoft.com/office/powerpoint/2010/main" val="24869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b="1" dirty="0"/>
              <a:t>Healthcare Providers:</a:t>
            </a:r>
            <a:r>
              <a:rPr lang="en-IN" sz="3600" dirty="0"/>
              <a:t> Doctors and hospitals </a:t>
            </a:r>
            <a:r>
              <a:rPr lang="en-IN" sz="3600" dirty="0" err="1"/>
              <a:t>analyzing</a:t>
            </a:r>
            <a:r>
              <a:rPr lang="en-IN" sz="3600" dirty="0"/>
              <a:t> patient visit patterns.</a:t>
            </a:r>
          </a:p>
          <a:p>
            <a:pPr lvl="0"/>
            <a:r>
              <a:rPr lang="en-IN" sz="3600" b="1" dirty="0"/>
              <a:t>Healthcare Administrators:</a:t>
            </a:r>
            <a:r>
              <a:rPr lang="en-IN" sz="3600" dirty="0"/>
              <a:t> Planning and managing healthcare resources.</a:t>
            </a:r>
          </a:p>
          <a:p>
            <a:pPr lvl="0"/>
            <a:r>
              <a:rPr lang="en-IN" sz="3600" b="1" dirty="0"/>
              <a:t>Researchers:</a:t>
            </a:r>
            <a:r>
              <a:rPr lang="en-IN" sz="3600" dirty="0"/>
              <a:t> Studying factors affecting healthcare utilization.</a:t>
            </a:r>
          </a:p>
          <a:p>
            <a:pPr lvl="0"/>
            <a:r>
              <a:rPr lang="en-IN" sz="3600" b="1" dirty="0"/>
              <a:t>Government and Policymakers:</a:t>
            </a:r>
            <a:r>
              <a:rPr lang="en-IN" sz="3600" dirty="0"/>
              <a:t> Supporting healthcare planning and policy development.</a:t>
            </a:r>
          </a:p>
          <a:p>
            <a:pPr lvl="0"/>
            <a:r>
              <a:rPr lang="en-IN" sz="3600" b="1" dirty="0"/>
              <a:t>Data Analysts:</a:t>
            </a:r>
            <a:r>
              <a:rPr lang="en-IN" sz="3600" dirty="0"/>
              <a:t> Extracting insights from healthcare data.</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325969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463105"/>
            <a:ext cx="6955361" cy="5243448"/>
          </a:xfrm>
        </p:spPr>
        <p:txBody>
          <a:bodyPr/>
          <a:lstStyle/>
          <a:p>
            <a:pPr lvl="0"/>
            <a:r>
              <a:rPr lang="en-IN" b="1" dirty="0"/>
              <a:t>Programming Language:</a:t>
            </a:r>
            <a:r>
              <a:rPr lang="en-IN" dirty="0"/>
              <a:t> Python</a:t>
            </a:r>
          </a:p>
          <a:p>
            <a:pPr lvl="0"/>
            <a:r>
              <a:rPr lang="en-IN" b="1" dirty="0"/>
              <a:t>Data Analysis:</a:t>
            </a:r>
            <a:r>
              <a:rPr lang="en-IN" dirty="0"/>
              <a:t> Pandas, NumPy</a:t>
            </a:r>
          </a:p>
          <a:p>
            <a:pPr lvl="0"/>
            <a:r>
              <a:rPr lang="en-IN" b="1" dirty="0"/>
              <a:t>Data Visualization:</a:t>
            </a:r>
            <a:r>
              <a:rPr lang="en-IN" dirty="0"/>
              <a:t> Matplotlib, Seaborn</a:t>
            </a:r>
          </a:p>
          <a:p>
            <a:pPr lvl="0"/>
            <a:r>
              <a:rPr lang="en-IN" b="1" dirty="0"/>
              <a:t>Development Environment:</a:t>
            </a:r>
            <a:r>
              <a:rPr lang="en-IN" dirty="0"/>
              <a:t> Jupyter Notebook / Google </a:t>
            </a:r>
            <a:r>
              <a:rPr lang="en-IN" dirty="0" err="1"/>
              <a:t>Colab</a:t>
            </a:r>
            <a:r>
              <a:rPr lang="en-IN" dirty="0"/>
              <a:t> / VS Code</a:t>
            </a:r>
          </a:p>
          <a:p>
            <a:pPr lvl="0"/>
            <a:r>
              <a:rPr lang="en-IN" b="1" dirty="0"/>
              <a:t>Dataset Format:</a:t>
            </a:r>
            <a:r>
              <a:rPr lang="en-IN" dirty="0"/>
              <a:t> CSV (Comma-Separated Values)</a:t>
            </a:r>
          </a:p>
          <a:p>
            <a:pPr lvl="0"/>
            <a:r>
              <a:rPr lang="en-IN" b="1" dirty="0"/>
              <a:t>Techniques:</a:t>
            </a:r>
            <a:r>
              <a:rPr lang="en-IN" dirty="0"/>
              <a:t> Data Cleaning, Exploratory Data Analysis (EDA), Statistical Analysis, and Data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381563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solidFill>
                  <a:prstClr val="black"/>
                </a:solidFill>
                <a:effectLst/>
                <a:uLnTx/>
                <a:uFillTx/>
                <a:latin typeface="Trebuchet MS" panose="020B0603020202020204"/>
                <a:ea typeface="+mj-ea"/>
                <a:cs typeface="+mj-cs"/>
              </a:rPr>
              <a:t> </a:t>
            </a:r>
            <a:r>
              <a:rPr kumimoji="0" lang="en-GB" sz="2000" b="0" i="0" u="sng" strike="noStrike" kern="1200" cap="none" spc="0" normalizeH="0" baseline="0" noProof="0" dirty="0">
                <a:ln>
                  <a:noFill/>
                </a:ln>
                <a:solidFill>
                  <a:srgbClr val="0070C0"/>
                </a:solidFill>
                <a:effectLst/>
                <a:uLnTx/>
                <a:uFillTx/>
                <a:latin typeface="Trebuchet MS" panose="020B0603020202020204"/>
                <a:ea typeface="+mj-ea"/>
                <a:cs typeface="+mj-cs"/>
              </a:rPr>
              <a:t>https://github.com/SarthakTomar2008</a:t>
            </a:r>
            <a:endParaRPr kumimoji="0" lang="en-IN" sz="4800" b="0" i="0" u="sng" strike="noStrike" kern="1200" cap="none" spc="0" normalizeH="0" baseline="0" noProof="0" dirty="0">
              <a:ln>
                <a:noFill/>
              </a:ln>
              <a:solidFill>
                <a:srgbClr val="0070C0"/>
              </a:solidFill>
              <a:effectLst/>
              <a:uLnTx/>
              <a:uFillTx/>
              <a:latin typeface="Trebuchet MS" panose="020B0603020202020204"/>
              <a:ea typeface="+mj-ea"/>
              <a:cs typeface="+mj-cs"/>
            </a:endParaRPr>
          </a:p>
        </p:txBody>
      </p:sp>
      <p:pic>
        <p:nvPicPr>
          <p:cNvPr id="11" name="Picture 10">
            <a:extLst>
              <a:ext uri="{FF2B5EF4-FFF2-40B4-BE49-F238E27FC236}">
                <a16:creationId xmlns:a16="http://schemas.microsoft.com/office/drawing/2014/main" id="{B2DAAF5C-6083-0F04-A430-B37E92F03FC5}"/>
              </a:ext>
            </a:extLst>
          </p:cNvPr>
          <p:cNvPicPr>
            <a:picLocks noChangeAspect="1"/>
          </p:cNvPicPr>
          <p:nvPr/>
        </p:nvPicPr>
        <p:blipFill>
          <a:blip r:embed="rId3"/>
          <a:stretch>
            <a:fillRect/>
          </a:stretch>
        </p:blipFill>
        <p:spPr>
          <a:xfrm>
            <a:off x="555859" y="1275371"/>
            <a:ext cx="4810029" cy="3138009"/>
          </a:xfrm>
          <a:prstGeom prst="rect">
            <a:avLst/>
          </a:prstGeom>
        </p:spPr>
      </p:pic>
      <p:pic>
        <p:nvPicPr>
          <p:cNvPr id="13" name="Picture 12">
            <a:extLst>
              <a:ext uri="{FF2B5EF4-FFF2-40B4-BE49-F238E27FC236}">
                <a16:creationId xmlns:a16="http://schemas.microsoft.com/office/drawing/2014/main" id="{E74A4F6E-1E80-5DC0-D490-2775D957E486}"/>
              </a:ext>
            </a:extLst>
          </p:cNvPr>
          <p:cNvPicPr>
            <a:picLocks noChangeAspect="1"/>
          </p:cNvPicPr>
          <p:nvPr/>
        </p:nvPicPr>
        <p:blipFill>
          <a:blip r:embed="rId4"/>
          <a:stretch>
            <a:fillRect/>
          </a:stretch>
        </p:blipFill>
        <p:spPr>
          <a:xfrm>
            <a:off x="5667769" y="1275371"/>
            <a:ext cx="5154724" cy="3138009"/>
          </a:xfrm>
          <a:prstGeom prst="rect">
            <a:avLst/>
          </a:prstGeom>
        </p:spPr>
      </p:pic>
    </p:spTree>
    <p:extLst>
      <p:ext uri="{BB962C8B-B14F-4D97-AF65-F5344CB8AC3E}">
        <p14:creationId xmlns:p14="http://schemas.microsoft.com/office/powerpoint/2010/main" val="221392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50C39-A0B1-127D-71B4-6A18E77FAA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B668B5E-AC08-1ABF-D88A-9E9C7B42B82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629CB02-D2DE-E46F-3718-6EC0FC6D170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56EA776-2F17-E703-829A-0F0FA6289D8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8" name="Text Placeholder 30">
            <a:extLst>
              <a:ext uri="{FF2B5EF4-FFF2-40B4-BE49-F238E27FC236}">
                <a16:creationId xmlns:a16="http://schemas.microsoft.com/office/drawing/2014/main" id="{B998FCDE-810F-149E-2A62-C2C87D59530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9" name="Title 3">
            <a:extLst>
              <a:ext uri="{FF2B5EF4-FFF2-40B4-BE49-F238E27FC236}">
                <a16:creationId xmlns:a16="http://schemas.microsoft.com/office/drawing/2014/main" id="{C1E4C2DB-6EF2-5B41-0F9C-D1DA9F643081}"/>
              </a:ext>
            </a:extLst>
          </p:cNvPr>
          <p:cNvSpPr txBox="1">
            <a:spLocks/>
          </p:cNvSpPr>
          <p:nvPr/>
        </p:nvSpPr>
        <p:spPr>
          <a:xfrm>
            <a:off x="422959" y="5737443"/>
            <a:ext cx="2981643" cy="830997"/>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solidFill>
                  <a:prstClr val="black"/>
                </a:solidFill>
                <a:effectLst/>
                <a:uLnTx/>
                <a:uFillTx/>
                <a:latin typeface="Trebuchet MS" panose="020B0603020202020204"/>
                <a:ea typeface="+mj-ea"/>
                <a:cs typeface="+mj-cs"/>
              </a:rPr>
              <a:t> </a:t>
            </a:r>
            <a:r>
              <a:rPr kumimoji="0" lang="en-GB" sz="2000" b="0" i="0" u="sng" strike="noStrike" kern="1200" cap="none" spc="0" normalizeH="0" baseline="0" noProof="0" dirty="0">
                <a:ln>
                  <a:noFill/>
                </a:ln>
                <a:solidFill>
                  <a:srgbClr val="0070C0"/>
                </a:solidFill>
                <a:effectLst/>
                <a:uLnTx/>
                <a:uFillTx/>
                <a:latin typeface="Trebuchet MS" panose="020B0603020202020204"/>
                <a:ea typeface="+mj-ea"/>
                <a:cs typeface="+mj-cs"/>
              </a:rPr>
              <a:t>https://github.com/SarthakTomar2008</a:t>
            </a:r>
            <a:endParaRPr kumimoji="0" lang="en-IN" sz="4800" b="0" i="0" u="sng" strike="noStrike" kern="1200" cap="none" spc="0" normalizeH="0" baseline="0" noProof="0" dirty="0">
              <a:ln>
                <a:noFill/>
              </a:ln>
              <a:solidFill>
                <a:srgbClr val="0070C0"/>
              </a:solidFill>
              <a:effectLst/>
              <a:uLnTx/>
              <a:uFillTx/>
              <a:latin typeface="Trebuchet MS" panose="020B0603020202020204"/>
              <a:ea typeface="+mj-ea"/>
              <a:cs typeface="+mj-cs"/>
            </a:endParaRPr>
          </a:p>
        </p:txBody>
      </p:sp>
      <p:pic>
        <p:nvPicPr>
          <p:cNvPr id="3" name="Picture 2">
            <a:extLst>
              <a:ext uri="{FF2B5EF4-FFF2-40B4-BE49-F238E27FC236}">
                <a16:creationId xmlns:a16="http://schemas.microsoft.com/office/drawing/2014/main" id="{793583AB-83B1-B3DB-4046-EC73018ED91E}"/>
              </a:ext>
            </a:extLst>
          </p:cNvPr>
          <p:cNvPicPr>
            <a:picLocks noChangeAspect="1"/>
          </p:cNvPicPr>
          <p:nvPr/>
        </p:nvPicPr>
        <p:blipFill>
          <a:blip r:embed="rId3"/>
          <a:stretch>
            <a:fillRect/>
          </a:stretch>
        </p:blipFill>
        <p:spPr>
          <a:xfrm>
            <a:off x="616900" y="1418157"/>
            <a:ext cx="3248114" cy="2515538"/>
          </a:xfrm>
          <a:prstGeom prst="rect">
            <a:avLst/>
          </a:prstGeom>
        </p:spPr>
      </p:pic>
      <p:pic>
        <p:nvPicPr>
          <p:cNvPr id="10" name="Picture 9">
            <a:extLst>
              <a:ext uri="{FF2B5EF4-FFF2-40B4-BE49-F238E27FC236}">
                <a16:creationId xmlns:a16="http://schemas.microsoft.com/office/drawing/2014/main" id="{2ACF0F79-99FF-077E-DB2D-DE2219D90012}"/>
              </a:ext>
            </a:extLst>
          </p:cNvPr>
          <p:cNvPicPr>
            <a:picLocks noChangeAspect="1"/>
          </p:cNvPicPr>
          <p:nvPr/>
        </p:nvPicPr>
        <p:blipFill>
          <a:blip r:embed="rId4"/>
          <a:stretch>
            <a:fillRect/>
          </a:stretch>
        </p:blipFill>
        <p:spPr>
          <a:xfrm>
            <a:off x="4385098" y="1275371"/>
            <a:ext cx="3941890" cy="3783559"/>
          </a:xfrm>
          <a:prstGeom prst="rect">
            <a:avLst/>
          </a:prstGeom>
        </p:spPr>
      </p:pic>
    </p:spTree>
    <p:extLst>
      <p:ext uri="{BB962C8B-B14F-4D97-AF65-F5344CB8AC3E}">
        <p14:creationId xmlns:p14="http://schemas.microsoft.com/office/powerpoint/2010/main" val="287316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C6772-7945-58C9-A531-9E4DE9AF7EA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177A905-0644-7D8E-3104-903EA5A15B7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4B7FEAC-56B4-C3D7-9EC1-D50EC393421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104D1B7-720E-A4DA-B2C1-05B6A21682D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8" name="Text Placeholder 30">
            <a:extLst>
              <a:ext uri="{FF2B5EF4-FFF2-40B4-BE49-F238E27FC236}">
                <a16:creationId xmlns:a16="http://schemas.microsoft.com/office/drawing/2014/main" id="{7566EDBF-9EB2-911E-E731-2BBA11339BD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9" name="Title 3">
            <a:extLst>
              <a:ext uri="{FF2B5EF4-FFF2-40B4-BE49-F238E27FC236}">
                <a16:creationId xmlns:a16="http://schemas.microsoft.com/office/drawing/2014/main" id="{197BA448-C900-2F9E-8D46-B6C9F6E5C6BD}"/>
              </a:ext>
            </a:extLst>
          </p:cNvPr>
          <p:cNvSpPr txBox="1">
            <a:spLocks/>
          </p:cNvSpPr>
          <p:nvPr/>
        </p:nvSpPr>
        <p:spPr>
          <a:xfrm>
            <a:off x="422959" y="5737443"/>
            <a:ext cx="2981643" cy="830997"/>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solidFill>
                  <a:prstClr val="black"/>
                </a:solidFill>
                <a:effectLst/>
                <a:uLnTx/>
                <a:uFillTx/>
                <a:latin typeface="Trebuchet MS" panose="020B0603020202020204"/>
                <a:ea typeface="+mj-ea"/>
                <a:cs typeface="+mj-cs"/>
              </a:rPr>
              <a:t> </a:t>
            </a:r>
            <a:r>
              <a:rPr kumimoji="0" lang="en-GB" sz="2000" b="0" i="0" u="sng" strike="noStrike" kern="1200" cap="none" spc="0" normalizeH="0" baseline="0" noProof="0" dirty="0">
                <a:ln>
                  <a:noFill/>
                </a:ln>
                <a:solidFill>
                  <a:srgbClr val="0070C0"/>
                </a:solidFill>
                <a:effectLst/>
                <a:uLnTx/>
                <a:uFillTx/>
                <a:latin typeface="Trebuchet MS" panose="020B0603020202020204"/>
                <a:ea typeface="+mj-ea"/>
                <a:cs typeface="+mj-cs"/>
              </a:rPr>
              <a:t>https://github.com/SarthakTomar2008</a:t>
            </a:r>
            <a:endParaRPr kumimoji="0" lang="en-IN" sz="4800" b="0" i="0" u="sng" strike="noStrike" kern="1200" cap="none" spc="0" normalizeH="0" baseline="0" noProof="0" dirty="0">
              <a:ln>
                <a:noFill/>
              </a:ln>
              <a:solidFill>
                <a:srgbClr val="0070C0"/>
              </a:solidFill>
              <a:effectLst/>
              <a:uLnTx/>
              <a:uFillTx/>
              <a:latin typeface="Trebuchet MS" panose="020B0603020202020204"/>
              <a:ea typeface="+mj-ea"/>
              <a:cs typeface="+mj-cs"/>
            </a:endParaRPr>
          </a:p>
        </p:txBody>
      </p:sp>
      <p:pic>
        <p:nvPicPr>
          <p:cNvPr id="3" name="Picture 2">
            <a:extLst>
              <a:ext uri="{FF2B5EF4-FFF2-40B4-BE49-F238E27FC236}">
                <a16:creationId xmlns:a16="http://schemas.microsoft.com/office/drawing/2014/main" id="{BDC8B0AA-B581-974D-77A8-7A27247094A0}"/>
              </a:ext>
            </a:extLst>
          </p:cNvPr>
          <p:cNvPicPr>
            <a:picLocks noChangeAspect="1"/>
          </p:cNvPicPr>
          <p:nvPr/>
        </p:nvPicPr>
        <p:blipFill>
          <a:blip r:embed="rId3"/>
          <a:stretch>
            <a:fillRect/>
          </a:stretch>
        </p:blipFill>
        <p:spPr>
          <a:xfrm>
            <a:off x="675957" y="1275371"/>
            <a:ext cx="3439694" cy="1352754"/>
          </a:xfrm>
          <a:prstGeom prst="rect">
            <a:avLst/>
          </a:prstGeom>
        </p:spPr>
      </p:pic>
      <p:pic>
        <p:nvPicPr>
          <p:cNvPr id="10" name="Picture 9">
            <a:extLst>
              <a:ext uri="{FF2B5EF4-FFF2-40B4-BE49-F238E27FC236}">
                <a16:creationId xmlns:a16="http://schemas.microsoft.com/office/drawing/2014/main" id="{97D15113-3B8F-5CFA-F180-87D27A75B076}"/>
              </a:ext>
            </a:extLst>
          </p:cNvPr>
          <p:cNvPicPr>
            <a:picLocks noChangeAspect="1"/>
          </p:cNvPicPr>
          <p:nvPr/>
        </p:nvPicPr>
        <p:blipFill>
          <a:blip r:embed="rId4"/>
          <a:stretch>
            <a:fillRect/>
          </a:stretch>
        </p:blipFill>
        <p:spPr>
          <a:xfrm>
            <a:off x="4470626" y="1275371"/>
            <a:ext cx="4398241" cy="4675251"/>
          </a:xfrm>
          <a:prstGeom prst="rect">
            <a:avLst/>
          </a:prstGeom>
        </p:spPr>
      </p:pic>
    </p:spTree>
    <p:extLst>
      <p:ext uri="{BB962C8B-B14F-4D97-AF65-F5344CB8AC3E}">
        <p14:creationId xmlns:p14="http://schemas.microsoft.com/office/powerpoint/2010/main" val="417652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3D877-C1BE-5EC8-9ADE-1160FB3ADF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EF5D72-192D-7951-2B9C-30B731627A7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66DAD74-A7DF-04B6-30DC-499D6EFA853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4348098-48CF-22D1-A9C7-35C6D742926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8" name="Text Placeholder 30">
            <a:extLst>
              <a:ext uri="{FF2B5EF4-FFF2-40B4-BE49-F238E27FC236}">
                <a16:creationId xmlns:a16="http://schemas.microsoft.com/office/drawing/2014/main" id="{62C5827C-E6A9-23C1-5F5D-D98C6C7E488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9" name="Title 3">
            <a:extLst>
              <a:ext uri="{FF2B5EF4-FFF2-40B4-BE49-F238E27FC236}">
                <a16:creationId xmlns:a16="http://schemas.microsoft.com/office/drawing/2014/main" id="{848F933E-6C18-F3C8-51FC-9C21E3D85E93}"/>
              </a:ext>
            </a:extLst>
          </p:cNvPr>
          <p:cNvSpPr txBox="1">
            <a:spLocks/>
          </p:cNvSpPr>
          <p:nvPr/>
        </p:nvSpPr>
        <p:spPr>
          <a:xfrm>
            <a:off x="422959" y="5737443"/>
            <a:ext cx="2981643" cy="830997"/>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solidFill>
                  <a:prstClr val="black"/>
                </a:solidFill>
                <a:effectLst/>
                <a:uLnTx/>
                <a:uFillTx/>
                <a:latin typeface="Trebuchet MS" panose="020B0603020202020204"/>
                <a:ea typeface="+mj-ea"/>
                <a:cs typeface="+mj-cs"/>
              </a:rPr>
              <a:t> </a:t>
            </a:r>
            <a:r>
              <a:rPr kumimoji="0" lang="en-GB" sz="2000" b="0" i="0" u="sng" strike="noStrike" kern="1200" cap="none" spc="0" normalizeH="0" baseline="0" noProof="0" dirty="0">
                <a:ln>
                  <a:noFill/>
                </a:ln>
                <a:solidFill>
                  <a:srgbClr val="0070C0"/>
                </a:solidFill>
                <a:effectLst/>
                <a:uLnTx/>
                <a:uFillTx/>
                <a:latin typeface="Trebuchet MS" panose="020B0603020202020204"/>
                <a:ea typeface="+mj-ea"/>
                <a:cs typeface="+mj-cs"/>
              </a:rPr>
              <a:t>https://github.com/SarthakTomar2008</a:t>
            </a:r>
            <a:endParaRPr kumimoji="0" lang="en-IN" sz="4800" b="0" i="0" u="sng" strike="noStrike" kern="1200" cap="none" spc="0" normalizeH="0" baseline="0" noProof="0" dirty="0">
              <a:ln>
                <a:noFill/>
              </a:ln>
              <a:solidFill>
                <a:srgbClr val="0070C0"/>
              </a:solidFill>
              <a:effectLst/>
              <a:uLnTx/>
              <a:uFillTx/>
              <a:latin typeface="Trebuchet MS" panose="020B0603020202020204"/>
              <a:ea typeface="+mj-ea"/>
              <a:cs typeface="+mj-cs"/>
            </a:endParaRPr>
          </a:p>
        </p:txBody>
      </p:sp>
      <p:pic>
        <p:nvPicPr>
          <p:cNvPr id="3" name="Picture 2">
            <a:extLst>
              <a:ext uri="{FF2B5EF4-FFF2-40B4-BE49-F238E27FC236}">
                <a16:creationId xmlns:a16="http://schemas.microsoft.com/office/drawing/2014/main" id="{0AA92DDB-D765-8C2A-B437-8233DC9A6F07}"/>
              </a:ext>
            </a:extLst>
          </p:cNvPr>
          <p:cNvPicPr>
            <a:picLocks noChangeAspect="1"/>
          </p:cNvPicPr>
          <p:nvPr/>
        </p:nvPicPr>
        <p:blipFill>
          <a:blip r:embed="rId3"/>
          <a:stretch>
            <a:fillRect/>
          </a:stretch>
        </p:blipFill>
        <p:spPr>
          <a:xfrm>
            <a:off x="675957" y="1347000"/>
            <a:ext cx="4430366" cy="2082000"/>
          </a:xfrm>
          <a:prstGeom prst="rect">
            <a:avLst/>
          </a:prstGeom>
        </p:spPr>
      </p:pic>
      <p:pic>
        <p:nvPicPr>
          <p:cNvPr id="10" name="Picture 9">
            <a:extLst>
              <a:ext uri="{FF2B5EF4-FFF2-40B4-BE49-F238E27FC236}">
                <a16:creationId xmlns:a16="http://schemas.microsoft.com/office/drawing/2014/main" id="{B25E16D9-3056-5878-BBD8-F120F47D8246}"/>
              </a:ext>
            </a:extLst>
          </p:cNvPr>
          <p:cNvPicPr>
            <a:picLocks noChangeAspect="1"/>
          </p:cNvPicPr>
          <p:nvPr/>
        </p:nvPicPr>
        <p:blipFill>
          <a:blip r:embed="rId4"/>
          <a:stretch>
            <a:fillRect/>
          </a:stretch>
        </p:blipFill>
        <p:spPr>
          <a:xfrm>
            <a:off x="5371596" y="1347000"/>
            <a:ext cx="3856379" cy="3936622"/>
          </a:xfrm>
          <a:prstGeom prst="rect">
            <a:avLst/>
          </a:prstGeom>
        </p:spPr>
      </p:pic>
    </p:spTree>
    <p:extLst>
      <p:ext uri="{BB962C8B-B14F-4D97-AF65-F5344CB8AC3E}">
        <p14:creationId xmlns:p14="http://schemas.microsoft.com/office/powerpoint/2010/main" val="72205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5F65B-AB22-87D4-56BC-B7B35C1DF7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0F87D5-CCEA-E020-7539-444E778350F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16AE81A-0C7D-D004-BE30-E2B3EBF9EC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BFF035D-AEB1-7A2C-BF7F-6F46CDE159F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8" name="Text Placeholder 30">
            <a:extLst>
              <a:ext uri="{FF2B5EF4-FFF2-40B4-BE49-F238E27FC236}">
                <a16:creationId xmlns:a16="http://schemas.microsoft.com/office/drawing/2014/main" id="{4FCD5EA2-7265-77CF-2942-036A4D6F04B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9" name="Title 3">
            <a:extLst>
              <a:ext uri="{FF2B5EF4-FFF2-40B4-BE49-F238E27FC236}">
                <a16:creationId xmlns:a16="http://schemas.microsoft.com/office/drawing/2014/main" id="{792989CB-75EB-4570-82B9-C7A8C5F03CC2}"/>
              </a:ext>
            </a:extLst>
          </p:cNvPr>
          <p:cNvSpPr txBox="1">
            <a:spLocks/>
          </p:cNvSpPr>
          <p:nvPr/>
        </p:nvSpPr>
        <p:spPr>
          <a:xfrm>
            <a:off x="422959" y="5737443"/>
            <a:ext cx="2981643" cy="830997"/>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solidFill>
                  <a:prstClr val="black"/>
                </a:solidFill>
                <a:effectLst/>
                <a:uLnTx/>
                <a:uFillTx/>
                <a:latin typeface="Trebuchet MS" panose="020B0603020202020204"/>
                <a:ea typeface="+mj-ea"/>
                <a:cs typeface="+mj-cs"/>
              </a:rPr>
              <a:t> </a:t>
            </a:r>
            <a:r>
              <a:rPr kumimoji="0" lang="en-GB" sz="2000" b="0" i="0" u="sng" strike="noStrike" kern="1200" cap="none" spc="0" normalizeH="0" baseline="0" noProof="0" dirty="0">
                <a:ln>
                  <a:noFill/>
                </a:ln>
                <a:solidFill>
                  <a:srgbClr val="0070C0"/>
                </a:solidFill>
                <a:effectLst/>
                <a:uLnTx/>
                <a:uFillTx/>
                <a:latin typeface="Trebuchet MS" panose="020B0603020202020204"/>
                <a:ea typeface="+mj-ea"/>
                <a:cs typeface="+mj-cs"/>
              </a:rPr>
              <a:t>https://github.com/SarthakTomar2008</a:t>
            </a:r>
            <a:endParaRPr kumimoji="0" lang="en-IN" sz="4800" b="0" i="0" u="sng" strike="noStrike" kern="1200" cap="none" spc="0" normalizeH="0" baseline="0" noProof="0" dirty="0">
              <a:ln>
                <a:noFill/>
              </a:ln>
              <a:solidFill>
                <a:srgbClr val="0070C0"/>
              </a:solidFill>
              <a:effectLst/>
              <a:uLnTx/>
              <a:uFillTx/>
              <a:latin typeface="Trebuchet MS" panose="020B0603020202020204"/>
              <a:ea typeface="+mj-ea"/>
              <a:cs typeface="+mj-cs"/>
            </a:endParaRPr>
          </a:p>
        </p:txBody>
      </p:sp>
      <p:pic>
        <p:nvPicPr>
          <p:cNvPr id="3" name="Picture 2">
            <a:extLst>
              <a:ext uri="{FF2B5EF4-FFF2-40B4-BE49-F238E27FC236}">
                <a16:creationId xmlns:a16="http://schemas.microsoft.com/office/drawing/2014/main" id="{F0DB7228-9C15-9D69-1AFE-BEACAE17F1B4}"/>
              </a:ext>
            </a:extLst>
          </p:cNvPr>
          <p:cNvPicPr>
            <a:picLocks noChangeAspect="1"/>
          </p:cNvPicPr>
          <p:nvPr/>
        </p:nvPicPr>
        <p:blipFill>
          <a:blip r:embed="rId3"/>
          <a:stretch>
            <a:fillRect/>
          </a:stretch>
        </p:blipFill>
        <p:spPr>
          <a:xfrm>
            <a:off x="675957" y="1266012"/>
            <a:ext cx="4025841" cy="1340101"/>
          </a:xfrm>
          <a:prstGeom prst="rect">
            <a:avLst/>
          </a:prstGeom>
        </p:spPr>
      </p:pic>
      <p:pic>
        <p:nvPicPr>
          <p:cNvPr id="10" name="Picture 9">
            <a:extLst>
              <a:ext uri="{FF2B5EF4-FFF2-40B4-BE49-F238E27FC236}">
                <a16:creationId xmlns:a16="http://schemas.microsoft.com/office/drawing/2014/main" id="{1C4F249A-5693-5586-E8B0-2A9081A010AA}"/>
              </a:ext>
            </a:extLst>
          </p:cNvPr>
          <p:cNvPicPr>
            <a:picLocks noChangeAspect="1"/>
          </p:cNvPicPr>
          <p:nvPr/>
        </p:nvPicPr>
        <p:blipFill>
          <a:blip r:embed="rId4"/>
          <a:stretch>
            <a:fillRect/>
          </a:stretch>
        </p:blipFill>
        <p:spPr>
          <a:xfrm>
            <a:off x="5616214" y="463579"/>
            <a:ext cx="2666934" cy="2642626"/>
          </a:xfrm>
          <a:prstGeom prst="rect">
            <a:avLst/>
          </a:prstGeom>
        </p:spPr>
      </p:pic>
      <p:pic>
        <p:nvPicPr>
          <p:cNvPr id="12" name="Picture 11">
            <a:extLst>
              <a:ext uri="{FF2B5EF4-FFF2-40B4-BE49-F238E27FC236}">
                <a16:creationId xmlns:a16="http://schemas.microsoft.com/office/drawing/2014/main" id="{B7EAA485-7672-F98E-1033-D58E2747B6FF}"/>
              </a:ext>
            </a:extLst>
          </p:cNvPr>
          <p:cNvPicPr>
            <a:picLocks noChangeAspect="1"/>
          </p:cNvPicPr>
          <p:nvPr/>
        </p:nvPicPr>
        <p:blipFill>
          <a:blip r:embed="rId5"/>
          <a:stretch>
            <a:fillRect/>
          </a:stretch>
        </p:blipFill>
        <p:spPr>
          <a:xfrm>
            <a:off x="2357930" y="3255524"/>
            <a:ext cx="2790104" cy="2749721"/>
          </a:xfrm>
          <a:prstGeom prst="rect">
            <a:avLst/>
          </a:prstGeom>
        </p:spPr>
      </p:pic>
      <p:pic>
        <p:nvPicPr>
          <p:cNvPr id="14" name="Picture 13">
            <a:extLst>
              <a:ext uri="{FF2B5EF4-FFF2-40B4-BE49-F238E27FC236}">
                <a16:creationId xmlns:a16="http://schemas.microsoft.com/office/drawing/2014/main" id="{44C76962-2601-1684-4FA8-7EF7853134E0}"/>
              </a:ext>
            </a:extLst>
          </p:cNvPr>
          <p:cNvPicPr>
            <a:picLocks noChangeAspect="1"/>
          </p:cNvPicPr>
          <p:nvPr/>
        </p:nvPicPr>
        <p:blipFill>
          <a:blip r:embed="rId6"/>
          <a:stretch>
            <a:fillRect/>
          </a:stretch>
        </p:blipFill>
        <p:spPr>
          <a:xfrm>
            <a:off x="5616214" y="3255524"/>
            <a:ext cx="2869179" cy="2815834"/>
          </a:xfrm>
          <a:prstGeom prst="rect">
            <a:avLst/>
          </a:prstGeom>
        </p:spPr>
      </p:pic>
    </p:spTree>
    <p:extLst>
      <p:ext uri="{BB962C8B-B14F-4D97-AF65-F5344CB8AC3E}">
        <p14:creationId xmlns:p14="http://schemas.microsoft.com/office/powerpoint/2010/main" val="2469557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5817E-5AA8-D582-FCE6-A42002C2E3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793C98-8459-088E-8926-76DB244DC71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5F4C16E-AA3F-C2C4-5154-B735AEB2F47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D1E9835-F346-9ADA-ED73-B62AF2D9B15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8" name="Text Placeholder 30">
            <a:extLst>
              <a:ext uri="{FF2B5EF4-FFF2-40B4-BE49-F238E27FC236}">
                <a16:creationId xmlns:a16="http://schemas.microsoft.com/office/drawing/2014/main" id="{81640EAC-29CB-D197-1EE7-FD5737D5145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20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9" name="Title 3">
            <a:extLst>
              <a:ext uri="{FF2B5EF4-FFF2-40B4-BE49-F238E27FC236}">
                <a16:creationId xmlns:a16="http://schemas.microsoft.com/office/drawing/2014/main" id="{3BAE0AB9-FAEF-204E-0496-655FFE90DC57}"/>
              </a:ext>
            </a:extLst>
          </p:cNvPr>
          <p:cNvSpPr txBox="1">
            <a:spLocks/>
          </p:cNvSpPr>
          <p:nvPr/>
        </p:nvSpPr>
        <p:spPr>
          <a:xfrm>
            <a:off x="422959" y="5737443"/>
            <a:ext cx="2981643" cy="830997"/>
          </a:xfrm>
          <a:prstGeom prst="rect">
            <a:avLst/>
          </a:prstGeom>
        </p:spPr>
        <p:txBody>
          <a:bodyPr vert="horz" lIns="91440" tIns="45720" rIns="91440" bIns="45720" rtlCol="0" anchor="t">
            <a:normAutofit fontScale="6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solidFill>
                  <a:prstClr val="black"/>
                </a:solidFill>
                <a:effectLst/>
                <a:uLnTx/>
                <a:uFillTx/>
                <a:latin typeface="Trebuchet MS" panose="020B0603020202020204"/>
                <a:ea typeface="+mj-ea"/>
                <a:cs typeface="+mj-cs"/>
              </a:rPr>
              <a:t> </a:t>
            </a:r>
            <a:r>
              <a:rPr kumimoji="0" lang="en-GB" sz="2000" b="0" i="0" u="sng" strike="noStrike" kern="1200" cap="none" spc="0" normalizeH="0" baseline="0" noProof="0" dirty="0">
                <a:ln>
                  <a:noFill/>
                </a:ln>
                <a:solidFill>
                  <a:srgbClr val="0070C0"/>
                </a:solidFill>
                <a:effectLst/>
                <a:uLnTx/>
                <a:uFillTx/>
                <a:latin typeface="Trebuchet MS" panose="020B0603020202020204"/>
                <a:ea typeface="+mj-ea"/>
                <a:cs typeface="+mj-cs"/>
              </a:rPr>
              <a:t>https://github.com/SarthakTomar2008</a:t>
            </a:r>
            <a:endParaRPr kumimoji="0" lang="en-IN" sz="4800" b="0" i="0" u="sng" strike="noStrike" kern="1200" cap="none" spc="0" normalizeH="0" baseline="0" noProof="0" dirty="0">
              <a:ln>
                <a:noFill/>
              </a:ln>
              <a:solidFill>
                <a:srgbClr val="0070C0"/>
              </a:solidFill>
              <a:effectLst/>
              <a:uLnTx/>
              <a:uFillTx/>
              <a:latin typeface="Trebuchet MS" panose="020B0603020202020204"/>
              <a:ea typeface="+mj-ea"/>
              <a:cs typeface="+mj-cs"/>
            </a:endParaRPr>
          </a:p>
        </p:txBody>
      </p:sp>
      <p:pic>
        <p:nvPicPr>
          <p:cNvPr id="6" name="Picture 5">
            <a:extLst>
              <a:ext uri="{FF2B5EF4-FFF2-40B4-BE49-F238E27FC236}">
                <a16:creationId xmlns:a16="http://schemas.microsoft.com/office/drawing/2014/main" id="{8BB724D2-5339-08E5-7D03-374083768DFD}"/>
              </a:ext>
            </a:extLst>
          </p:cNvPr>
          <p:cNvPicPr>
            <a:picLocks noChangeAspect="1"/>
          </p:cNvPicPr>
          <p:nvPr/>
        </p:nvPicPr>
        <p:blipFill>
          <a:blip r:embed="rId3"/>
          <a:stretch>
            <a:fillRect/>
          </a:stretch>
        </p:blipFill>
        <p:spPr>
          <a:xfrm>
            <a:off x="675957" y="1294934"/>
            <a:ext cx="4158976" cy="1282258"/>
          </a:xfrm>
          <a:prstGeom prst="rect">
            <a:avLst/>
          </a:prstGeom>
        </p:spPr>
      </p:pic>
      <p:pic>
        <p:nvPicPr>
          <p:cNvPr id="13" name="Picture 12">
            <a:extLst>
              <a:ext uri="{FF2B5EF4-FFF2-40B4-BE49-F238E27FC236}">
                <a16:creationId xmlns:a16="http://schemas.microsoft.com/office/drawing/2014/main" id="{DA0A4407-33F4-DADE-CE1E-B06EE9EDBADE}"/>
              </a:ext>
            </a:extLst>
          </p:cNvPr>
          <p:cNvPicPr>
            <a:picLocks noChangeAspect="1"/>
          </p:cNvPicPr>
          <p:nvPr/>
        </p:nvPicPr>
        <p:blipFill>
          <a:blip r:embed="rId4"/>
          <a:stretch>
            <a:fillRect/>
          </a:stretch>
        </p:blipFill>
        <p:spPr>
          <a:xfrm>
            <a:off x="653779" y="2675926"/>
            <a:ext cx="4203331" cy="1153615"/>
          </a:xfrm>
          <a:prstGeom prst="rect">
            <a:avLst/>
          </a:prstGeom>
        </p:spPr>
      </p:pic>
      <p:pic>
        <p:nvPicPr>
          <p:cNvPr id="16" name="Picture 15">
            <a:extLst>
              <a:ext uri="{FF2B5EF4-FFF2-40B4-BE49-F238E27FC236}">
                <a16:creationId xmlns:a16="http://schemas.microsoft.com/office/drawing/2014/main" id="{811B0A46-CD9D-33BA-0841-1C77D382C3BE}"/>
              </a:ext>
            </a:extLst>
          </p:cNvPr>
          <p:cNvPicPr>
            <a:picLocks noChangeAspect="1"/>
          </p:cNvPicPr>
          <p:nvPr/>
        </p:nvPicPr>
        <p:blipFill>
          <a:blip r:embed="rId5"/>
          <a:stretch>
            <a:fillRect/>
          </a:stretch>
        </p:blipFill>
        <p:spPr>
          <a:xfrm>
            <a:off x="5356073" y="1201586"/>
            <a:ext cx="4203331" cy="3274082"/>
          </a:xfrm>
          <a:prstGeom prst="rect">
            <a:avLst/>
          </a:prstGeom>
        </p:spPr>
      </p:pic>
      <p:sp>
        <p:nvSpPr>
          <p:cNvPr id="17" name="TextBox 16">
            <a:extLst>
              <a:ext uri="{FF2B5EF4-FFF2-40B4-BE49-F238E27FC236}">
                <a16:creationId xmlns:a16="http://schemas.microsoft.com/office/drawing/2014/main" id="{EB44E6AA-AA02-5FB1-4CDA-82A871DFEE9B}"/>
              </a:ext>
            </a:extLst>
          </p:cNvPr>
          <p:cNvSpPr txBox="1"/>
          <p:nvPr/>
        </p:nvSpPr>
        <p:spPr>
          <a:xfrm>
            <a:off x="5551714" y="5402424"/>
            <a:ext cx="15103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rPr>
              <a:t>AND MORE….</a:t>
            </a:r>
          </a:p>
        </p:txBody>
      </p:sp>
    </p:spTree>
    <p:extLst>
      <p:ext uri="{BB962C8B-B14F-4D97-AF65-F5344CB8AC3E}">
        <p14:creationId xmlns:p14="http://schemas.microsoft.com/office/powerpoint/2010/main" val="140057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IN" sz="2400" b="1" i="0" u="none" strike="noStrike" kern="1200" cap="none" spc="0" normalizeH="0" baseline="0" noProof="0" dirty="0">
              <a:ln>
                <a:noFill/>
              </a:ln>
              <a:solidFill>
                <a:srgbClr val="2E946B"/>
              </a:solidFill>
              <a:effectLst/>
              <a:uLnTx/>
              <a:uFillTx/>
              <a:latin typeface="Trebuchet MS" panose="020B0603020202020204"/>
              <a:ea typeface="+mn-ea"/>
              <a:cs typeface="+mn-cs"/>
            </a:endParaRPr>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IN" sz="2200" b="1" i="0" u="none" strike="noStrike" kern="1200" cap="none" spc="0" normalizeH="0" baseline="0" noProof="0" dirty="0">
              <a:ln>
                <a:noFill/>
              </a:ln>
              <a:solidFill>
                <a:srgbClr val="2E946B"/>
              </a:solidFill>
              <a:effectLst/>
              <a:uLnTx/>
              <a:uFillTx/>
              <a:latin typeface="Trebuchet MS" panose="020B0603020202020204"/>
              <a:ea typeface="+mn-ea"/>
              <a:cs typeface="+mn-cs"/>
            </a:endParaRPr>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IN" sz="2200" b="1" i="0" u="none" strike="noStrike" kern="1200" cap="none" spc="0" normalizeH="0" baseline="0" noProof="0" dirty="0">
              <a:ln>
                <a:noFill/>
              </a:ln>
              <a:solidFill>
                <a:srgbClr val="2E946B"/>
              </a:solidFill>
              <a:effectLst/>
              <a:uLnTx/>
              <a:uFillTx/>
              <a:latin typeface="Trebuchet MS" panose="020B0603020202020204"/>
              <a:ea typeface="+mn-ea"/>
              <a:cs typeface="+mn-cs"/>
            </a:endParaRPr>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endParaRPr kumimoji="0" lang="en-GB" sz="16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ctr" defTabSz="457200" rtl="0" eaLnBrk="1" fontAlgn="auto" latinLnBrk="0" hangingPunct="1">
              <a:lnSpc>
                <a:spcPct val="100000"/>
              </a:lnSpc>
              <a:spcBef>
                <a:spcPts val="1000"/>
              </a:spcBef>
              <a:spcAft>
                <a:spcPts val="0"/>
              </a:spcAft>
              <a:buClr>
                <a:srgbClr val="5FCBEF"/>
              </a:buClr>
              <a:buSzPct val="80000"/>
              <a:buFont typeface="Wingdings 3" charset="2"/>
              <a:buNone/>
              <a:tabLst/>
              <a:defRPr/>
            </a:pPr>
            <a:r>
              <a:rPr kumimoji="0" lang="en-GB" sz="1600" b="0" i="0" u="none" strike="noStrike" kern="1200" cap="none" spc="0" normalizeH="0" baseline="0" noProof="0" dirty="0">
                <a:ln>
                  <a:noFill/>
                </a:ln>
                <a:solidFill>
                  <a:prstClr val="black"/>
                </a:solidFill>
                <a:effectLst/>
                <a:uLnTx/>
                <a:uFillTx/>
                <a:latin typeface="Trebuchet MS" panose="020B0603020202020204"/>
                <a:ea typeface="+mn-ea"/>
                <a:cs typeface="+mn-cs"/>
              </a:rPr>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701572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337</Words>
  <Application>Microsoft Office PowerPoint</Application>
  <PresentationFormat>Widescreen</PresentationFormat>
  <Paragraphs>38</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Calibri</vt:lpstr>
      <vt:lpstr>Trebuchet MS</vt:lpstr>
      <vt:lpstr>Wingdings</vt:lpstr>
      <vt:lpstr>Wingdings 3</vt:lpstr>
      <vt:lpstr>Facet</vt:lpstr>
      <vt:lpstr>Project Title – Healthcare Analytics for Doctor Visits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Sarthak Tomar</dc:creator>
  <cp:lastModifiedBy>Sarthak Tomar</cp:lastModifiedBy>
  <cp:revision>1</cp:revision>
  <dcterms:created xsi:type="dcterms:W3CDTF">2026-10-23T14:40:49Z</dcterms:created>
  <dcterms:modified xsi:type="dcterms:W3CDTF">2026-10-23T14:45:24Z</dcterms:modified>
</cp:coreProperties>
</file>